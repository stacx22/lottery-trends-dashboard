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7FFC5-A425-A934-DA5A-65DD4A9C2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5765D-01CC-F39D-5309-D06BCD239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A89CD-5FFD-C7AF-E960-540D0CDC1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7CBA5-81BA-537C-C89F-961CF697D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E2D9-8945-C392-6FF0-FB274F46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65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894E-757E-7C38-8A78-EAE34A581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F6EBF-2D82-9A05-6B04-F4E95B6CB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126E-763E-42BD-6484-2490F516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FC869-77E9-E6A6-F4EE-FF79545B8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2E9F4-E46D-A626-037A-193520D6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3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0089-2B7F-F47C-6D92-6079EF1C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5C02D3-E17A-9A3F-D70D-6C3A18D1A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DA2C-376E-2BC0-0C7D-4648E559C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45015-290E-6CCF-5758-0AF8B59E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B8EE2-B915-6493-2719-B7A78E776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65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5424-ED7E-78F0-B143-75CF11D8A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B50C-1C0F-8CE2-B1EA-3EC76B8E2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23ACA-FBFB-E592-55CF-51A26D20C4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C842D-6D58-9539-797C-9C8168CF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54C1B-BECB-932C-97FA-FE24C3F2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4034EC-776D-8C45-DBF8-B87401291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800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F5AF5-E831-321B-462D-F87EBCED5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4D22F-1325-4032-CB77-B18AEFDD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FD07E-4A6B-4D67-7C8D-893344143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7DE606-3915-5DB9-5DDF-CED71CF84E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9ED7DC-02B9-B11C-8CED-F088A0568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27470-F116-8A14-30D3-A2B8F9536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6B8833-358A-CCC7-F6F9-1EC919484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C3409-2D51-D0DC-7BEB-28A4206F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96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634C-31F5-B6C6-91AF-B7EC615F5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11C26F-DC6B-6013-6DF3-6D5A80BB4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BE444-0FCF-EDC3-1438-824E293E5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468CA-AC1D-A660-4665-590EB523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03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4838A2-24D6-D786-BBF7-2705F2BC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08540-12D0-CDE9-16FE-79D90B8A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D007F-F6C7-829A-E3AC-FBBA58CD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7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F2D40-C9DB-8A3F-9C00-93602D1CA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3BD19-A609-3391-753B-24D20F698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2D9368-6790-00A5-32E0-4D7B00074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004E0-CB20-A2F9-4BBE-76932D2F6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ABD59-FA85-6222-E2A5-FAFCFC64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C0D90-7122-177C-8E9A-641281C6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1042D-0EC7-760C-0749-7D4A58FC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44257E-1E2D-76D3-B2AA-1B2D6A0E3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704023-3468-E261-8C0F-506F5976C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923995-095B-313E-385E-51B446491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DEB5F-7B2A-5F8D-21B7-63DBE4B7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7353B4-4669-0FF1-14B0-F7FBF6F5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02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FA4A-E3F0-618E-0C4F-2C80F0D7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145A4-EA5B-CAE3-DE9E-D39D9F104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A395B-C608-2007-900D-2B0960C51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DBED-8A90-820F-759E-E5BE656E7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44BB4-D65F-FD11-B352-2BF4E3F73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99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82FA1-E2FA-D928-DE30-5D4F67126E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5DF04-0D84-0EA9-5EF2-DE27BB51B9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93D1-3184-EEEA-6251-46EBF4A34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ED99B-73AC-5C0A-86A6-55CD7035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D5A20-8C60-8370-E5B3-774D2E7D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D8068-4CC1-6825-B355-02CBE66C2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81D04-80FF-6800-BE92-E651946F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625F-D24C-5CAF-3F58-BDDF0541B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1FF61-66CD-4267-9317-99E73777F776}" type="datetimeFigureOut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7EE9A-BB89-A756-2A99-FE53E73AEC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233AA-0C91-E8BB-2A65-2D4CBBFF7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9F618-90D0-4F3A-B702-41B30E29C7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3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15230-78F4-8EC8-5DF6-0F8A8211CD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Lottery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94C74-E0B9-813C-58DF-98DE4DBC78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Staci McDuffie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 640: Data Presentation &amp; Visualization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July 27, 2025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Schneider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72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8D33F1-4EC6-DEA4-D698-3CB9A02E3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7473"/>
            <a:ext cx="10515600" cy="903237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– Frequency of Winning Numbers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98D161-D4B1-B916-5D45-FAB6D3E9F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" y="1130710"/>
            <a:ext cx="12128103" cy="572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413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533EB-E4E7-43CE-59C5-7D83313E9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30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Chart – Popular Numbers by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2D3D53-E869-BF3C-4A9F-9F580E2C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" y="1297858"/>
            <a:ext cx="12182428" cy="5560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83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2993-687E-F1B7-0814-8FA87F7D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150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Scatterplot – Number vs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DrawNumber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A41D0D-7DB3-5C7E-338E-F8906EB03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4" y="1258528"/>
            <a:ext cx="12171872" cy="559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04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65E9-D62E-8783-8DE5-E3955962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488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Density Proxy – Line Chart of Most Drawn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F09FCA-8DB6-879B-BCB3-2B114718B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9" y="1229032"/>
            <a:ext cx="12156581" cy="562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2A21-8280-7BBB-A912-5375F1E4B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312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Multiples – Draw Patterns by Game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29A9D1-8F5E-03C9-946C-AF4A1AF9D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" y="1189702"/>
            <a:ext cx="12191043" cy="566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3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CD9BA-9F94-1DB0-C85D-F27391E6C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4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 – Share of Draws by Game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D64CE3-FFF2-F34B-2826-677B93DB6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25"/>
            <a:ext cx="12192000" cy="586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580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60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Office Theme</vt:lpstr>
      <vt:lpstr>Lottery Numbers</vt:lpstr>
      <vt:lpstr>Histogram – Frequency of Winning Numbers</vt:lpstr>
      <vt:lpstr>Bubble Chart – Popular Numbers by Game</vt:lpstr>
      <vt:lpstr>Scatterplot – Number vs DrawNumber</vt:lpstr>
      <vt:lpstr>Density Proxy – Line Chart of Most Drawn Numbers</vt:lpstr>
      <vt:lpstr>Small Multiples – Draw Patterns by Game</vt:lpstr>
      <vt:lpstr>Donut Chart – Share of Draws by Game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Staci Holmes</dc:creator>
  <cp:lastModifiedBy>Staci Holmes</cp:lastModifiedBy>
  <cp:revision>1</cp:revision>
  <dcterms:created xsi:type="dcterms:W3CDTF">2025-07-26T21:47:25Z</dcterms:created>
  <dcterms:modified xsi:type="dcterms:W3CDTF">2025-07-27T02:07:40Z</dcterms:modified>
</cp:coreProperties>
</file>